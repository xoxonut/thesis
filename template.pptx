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2"/>
  </p:notesMasterIdLst>
  <p:handoutMasterIdLst>
    <p:handoutMasterId r:id="rId3"/>
  </p:handoutMaster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黃琮閔" initials="黃琮閔" lastIdx="1" clrIdx="0">
    <p:extLst>
      <p:ext uri="{19B8F6BF-5375-455C-9EA6-DF929625EA0E}">
        <p15:presenceInfo xmlns:p15="http://schemas.microsoft.com/office/powerpoint/2012/main" userId="S::andytw366.cs13@m365.nycu.edu.tw::460951e8-9e9d-498f-9e21-7e96f9041b4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97FC"/>
    <a:srgbClr val="3C9CFC"/>
    <a:srgbClr val="ED7D31"/>
    <a:srgbClr val="E4EDD3"/>
    <a:srgbClr val="F9F424"/>
    <a:srgbClr val="ECE70B"/>
    <a:srgbClr val="FFFF00"/>
    <a:srgbClr val="868686"/>
    <a:srgbClr val="8064A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8240" autoAdjust="0"/>
  </p:normalViewPr>
  <p:slideViewPr>
    <p:cSldViewPr snapToGrid="0">
      <p:cViewPr varScale="1">
        <p:scale>
          <a:sx n="57" d="100"/>
          <a:sy n="57" d="100"/>
        </p:scale>
        <p:origin x="1651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handoutMaster" Target="handoutMasters/handoutMaster1.xml"/><Relationship Id="rId7" Type="http://schemas.openxmlformats.org/officeDocument/2006/relationships/theme" Target="theme/theme1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72FB2140-F1FA-454E-A447-0FFE10B3AC7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CE2E85E-4432-496C-8786-4FEB733E03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39FD74-B367-4404-8826-19AEB138A66E}" type="datetimeFigureOut">
              <a:rPr lang="zh-TW" altLang="en-US" smtClean="0"/>
              <a:t>2026/7/14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2A7FE4B-8F8C-4952-8421-8004AC17730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4F2D019-1C15-413F-AEE4-2606938DED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593BD3-9740-42E2-A147-A2C560080E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282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C0F94C-2DC8-4CE0-BD40-52CB5020DF2F}" type="datetimeFigureOut">
              <a:rPr lang="zh-TW" altLang="en-US" smtClean="0"/>
              <a:t>2026/7/14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BD5680-76CE-489B-AE60-DC0A7CEDD0E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1725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4.png"/><Relationship Id="rId21" Type="http://schemas.openxmlformats.org/officeDocument/2006/relationships/image" Target="../media/image20.png"/><Relationship Id="rId7" Type="http://schemas.openxmlformats.org/officeDocument/2006/relationships/image" Target="../media/image8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3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6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microsoft.com/office/2007/relationships/hdphoto" Target="../media/hdphoto2.wdp"/><Relationship Id="rId19" Type="http://schemas.openxmlformats.org/officeDocument/2006/relationships/image" Target="../media/image18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4" Type="http://schemas.openxmlformats.org/officeDocument/2006/relationships/image" Target="../media/image13.png"/><Relationship Id="rId22" Type="http://schemas.openxmlformats.org/officeDocument/2006/relationships/image" Target="../media/image21.jpeg"/><Relationship Id="rId27" Type="http://schemas.openxmlformats.org/officeDocument/2006/relationships/image" Target="../media/image26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2.jpe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306E496-760D-4F3A-9AF0-499CDE7BB521}"/>
              </a:ext>
            </a:extLst>
          </p:cNvPr>
          <p:cNvSpPr/>
          <p:nvPr userDrawn="1"/>
        </p:nvSpPr>
        <p:spPr bwMode="auto">
          <a:xfrm>
            <a:off x="0" y="1"/>
            <a:ext cx="12192000" cy="2615000"/>
          </a:xfrm>
          <a:prstGeom prst="rect">
            <a:avLst/>
          </a:prstGeom>
          <a:gradFill>
            <a:gsLst>
              <a:gs pos="29000">
                <a:schemeClr val="bg1"/>
              </a:gs>
              <a:gs pos="1000">
                <a:srgbClr val="EBFAFF"/>
              </a:gs>
              <a:gs pos="99000">
                <a:srgbClr val="F7FDFF"/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6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879716" y="2938636"/>
            <a:ext cx="8971723" cy="257403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buFontTx/>
              <a:buNone/>
              <a:defRPr sz="3200" baseline="0">
                <a:solidFill>
                  <a:srgbClr val="3297FC"/>
                </a:solidFill>
              </a:defRPr>
            </a:lvl1pPr>
          </a:lstStyle>
          <a:p>
            <a:pPr lvl="0"/>
            <a:r>
              <a:rPr lang="zh-TW" altLang="en-US" noProof="0"/>
              <a:t>封面看要放      機櫃、</a:t>
            </a:r>
            <a:r>
              <a:rPr lang="en-US" altLang="zh-TW" noProof="0"/>
              <a:t>NCTU</a:t>
            </a:r>
            <a:r>
              <a:rPr lang="zh-TW" altLang="en-US" noProof="0"/>
              <a:t>照片、或其他</a:t>
            </a:r>
            <a:endParaRPr lang="en-US" altLang="zh-TW" noProof="0"/>
          </a:p>
          <a:p>
            <a:pPr lvl="0"/>
            <a:r>
              <a:rPr lang="zh-TW" altLang="en-US" noProof="0"/>
              <a:t>按一下以編輯母片副標題樣式</a:t>
            </a:r>
          </a:p>
        </p:txBody>
      </p:sp>
      <p:grpSp>
        <p:nvGrpSpPr>
          <p:cNvPr id="6" name="群組 5"/>
          <p:cNvGrpSpPr/>
          <p:nvPr userDrawn="1"/>
        </p:nvGrpSpPr>
        <p:grpSpPr>
          <a:xfrm>
            <a:off x="239350" y="2384670"/>
            <a:ext cx="11823133" cy="468267"/>
            <a:chOff x="179512" y="2384669"/>
            <a:chExt cx="9001001" cy="468267"/>
          </a:xfrm>
        </p:grpSpPr>
        <p:sp>
          <p:nvSpPr>
            <p:cNvPr id="3" name="弧形 2"/>
            <p:cNvSpPr/>
            <p:nvPr userDrawn="1"/>
          </p:nvSpPr>
          <p:spPr bwMode="auto">
            <a:xfrm>
              <a:off x="179512" y="2392274"/>
              <a:ext cx="9001001" cy="46066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sp>
          <p:nvSpPr>
            <p:cNvPr id="15" name="矩形 14"/>
            <p:cNvSpPr/>
            <p:nvPr userDrawn="1"/>
          </p:nvSpPr>
          <p:spPr bwMode="auto">
            <a:xfrm>
              <a:off x="313163" y="2384669"/>
              <a:ext cx="4402853" cy="230331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82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</p:grpSp>
      <p:sp>
        <p:nvSpPr>
          <p:cNvPr id="16" name="標題 15"/>
          <p:cNvSpPr>
            <a:spLocks noGrp="1"/>
          </p:cNvSpPr>
          <p:nvPr>
            <p:ph type="title"/>
          </p:nvPr>
        </p:nvSpPr>
        <p:spPr>
          <a:xfrm>
            <a:off x="2219893" y="404664"/>
            <a:ext cx="8312996" cy="1987610"/>
          </a:xfrm>
        </p:spPr>
        <p:txBody>
          <a:bodyPr/>
          <a:lstStyle>
            <a:lvl1pPr>
              <a:defRPr sz="4400">
                <a:solidFill>
                  <a:srgbClr val="3297FC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1DBD64-14B7-452D-9AFA-42E13CD1A975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F9796AA-6F58-4B1A-BDFE-7DA4C0C8F2C3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3" name="投影片編號版面配置區 2">
            <a:extLst>
              <a:ext uri="{FF2B5EF4-FFF2-40B4-BE49-F238E27FC236}">
                <a16:creationId xmlns:a16="http://schemas.microsoft.com/office/drawing/2014/main" id="{8C41D527-B7A7-4ECB-AC9D-ACB7C81FF1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2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60E704CE-6912-45FE-B988-92B4E0CDAB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552" y="138374"/>
            <a:ext cx="1565435" cy="205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680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640613" y="1073275"/>
            <a:ext cx="1091687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grpSp>
        <p:nvGrpSpPr>
          <p:cNvPr id="5" name="群組 4"/>
          <p:cNvGrpSpPr/>
          <p:nvPr userDrawn="1"/>
        </p:nvGrpSpPr>
        <p:grpSpPr>
          <a:xfrm>
            <a:off x="695400" y="985047"/>
            <a:ext cx="10940873" cy="211705"/>
            <a:chOff x="3059832" y="779171"/>
            <a:chExt cx="3816424" cy="345573"/>
          </a:xfrm>
        </p:grpSpPr>
        <p:sp>
          <p:nvSpPr>
            <p:cNvPr id="6" name="弧形 5"/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EF5F67F-08F8-4CC5-8596-85E70AD004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29" y="90388"/>
            <a:ext cx="748002" cy="98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884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421CDF80-58F9-40AD-A894-72E38B717567}"/>
              </a:ext>
            </a:extLst>
          </p:cNvPr>
          <p:cNvGrpSpPr/>
          <p:nvPr userDrawn="1"/>
        </p:nvGrpSpPr>
        <p:grpSpPr>
          <a:xfrm>
            <a:off x="695400" y="985047"/>
            <a:ext cx="10940873" cy="211705"/>
            <a:chOff x="3059832" y="779171"/>
            <a:chExt cx="3816424" cy="345573"/>
          </a:xfrm>
        </p:grpSpPr>
        <p:sp>
          <p:nvSpPr>
            <p:cNvPr id="8" name="弧形 7">
              <a:extLst>
                <a:ext uri="{FF2B5EF4-FFF2-40B4-BE49-F238E27FC236}">
                  <a16:creationId xmlns:a16="http://schemas.microsoft.com/office/drawing/2014/main" id="{B0D921CC-6E9E-9736-56F4-1FACE8D5A904}"/>
                </a:ext>
              </a:extLst>
            </p:cNvPr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24830C6-10FC-8690-4E44-34E0175936F9}"/>
                </a:ext>
              </a:extLst>
            </p:cNvPr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55A07BFF-CF99-95A1-3418-CBD8C916E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3" y="1073275"/>
            <a:ext cx="1091687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00A0E83E-3A5B-7BA3-3D72-4679DA5C2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928487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2279577" y="1073275"/>
            <a:ext cx="756084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grpSp>
        <p:nvGrpSpPr>
          <p:cNvPr id="5" name="群組 4"/>
          <p:cNvGrpSpPr/>
          <p:nvPr userDrawn="1"/>
        </p:nvGrpSpPr>
        <p:grpSpPr>
          <a:xfrm>
            <a:off x="695400" y="985047"/>
            <a:ext cx="10940873" cy="211705"/>
            <a:chOff x="3059832" y="779171"/>
            <a:chExt cx="3816424" cy="345573"/>
          </a:xfrm>
        </p:grpSpPr>
        <p:sp>
          <p:nvSpPr>
            <p:cNvPr id="6" name="弧形 5"/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EF5F67F-08F8-4CC5-8596-85E70AD004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29" y="90388"/>
            <a:ext cx="748002" cy="98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421CDF80-58F9-40AD-A894-72E38B717567}"/>
              </a:ext>
            </a:extLst>
          </p:cNvPr>
          <p:cNvGrpSpPr/>
          <p:nvPr userDrawn="1"/>
        </p:nvGrpSpPr>
        <p:grpSpPr>
          <a:xfrm>
            <a:off x="695400" y="985047"/>
            <a:ext cx="10940873" cy="211705"/>
            <a:chOff x="3059832" y="779171"/>
            <a:chExt cx="3816424" cy="345573"/>
          </a:xfrm>
        </p:grpSpPr>
        <p:sp>
          <p:nvSpPr>
            <p:cNvPr id="8" name="弧形 7">
              <a:extLst>
                <a:ext uri="{FF2B5EF4-FFF2-40B4-BE49-F238E27FC236}">
                  <a16:creationId xmlns:a16="http://schemas.microsoft.com/office/drawing/2014/main" id="{B0D921CC-6E9E-9736-56F4-1FACE8D5A904}"/>
                </a:ext>
              </a:extLst>
            </p:cNvPr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24830C6-10FC-8690-4E44-34E0175936F9}"/>
                </a:ext>
              </a:extLst>
            </p:cNvPr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55A07BFF-CF99-95A1-3418-CBD8C916E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9575" y="1073275"/>
            <a:ext cx="7488833" cy="5380061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00A0E83E-3A5B-7BA3-3D72-4679DA5C2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700514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99456" y="61320"/>
            <a:ext cx="10009113" cy="986361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grpSp>
        <p:nvGrpSpPr>
          <p:cNvPr id="5" name="群組 4"/>
          <p:cNvGrpSpPr/>
          <p:nvPr userDrawn="1"/>
        </p:nvGrpSpPr>
        <p:grpSpPr>
          <a:xfrm>
            <a:off x="695400" y="1057055"/>
            <a:ext cx="10940873" cy="211705"/>
            <a:chOff x="3059832" y="779171"/>
            <a:chExt cx="3816424" cy="345573"/>
          </a:xfrm>
        </p:grpSpPr>
        <p:sp>
          <p:nvSpPr>
            <p:cNvPr id="6" name="弧形 5"/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0C09CF02-B3DC-456E-87E8-DDD2D6468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4" y="1073275"/>
            <a:ext cx="543600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7E132FCA-432C-41E3-B712-99F4F3BE5C3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2615" y="1073275"/>
            <a:ext cx="543600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0134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-168696" y="0"/>
            <a:ext cx="12457384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FontTx/>
              <a:buNone/>
              <a:defRPr baseline="0"/>
            </a:lvl1pPr>
          </a:lstStyle>
          <a:p>
            <a:pPr lvl="0"/>
            <a:endParaRPr lang="zh-TW" altLang="en-US" noProof="0"/>
          </a:p>
        </p:txBody>
      </p: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2636912"/>
          </a:xfrm>
          <a:prstGeom prst="rect">
            <a:avLst/>
          </a:prstGeom>
          <a:gradFill>
            <a:gsLst>
              <a:gs pos="29000">
                <a:schemeClr val="bg1"/>
              </a:gs>
              <a:gs pos="1000">
                <a:srgbClr val="EBFAFF"/>
              </a:gs>
              <a:gs pos="99000">
                <a:srgbClr val="EBFAFF"/>
              </a:gs>
            </a:gsLst>
            <a:lin ang="5400000" scaled="1"/>
          </a:gradFill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41" y="6031898"/>
            <a:ext cx="744083" cy="691468"/>
          </a:xfrm>
          <a:prstGeom prst="rect">
            <a:avLst/>
          </a:prstGeom>
        </p:spPr>
      </p:pic>
      <p:grpSp>
        <p:nvGrpSpPr>
          <p:cNvPr id="6" name="群組 5"/>
          <p:cNvGrpSpPr/>
          <p:nvPr userDrawn="1"/>
        </p:nvGrpSpPr>
        <p:grpSpPr>
          <a:xfrm>
            <a:off x="239350" y="2384670"/>
            <a:ext cx="11823133" cy="468267"/>
            <a:chOff x="179512" y="2384669"/>
            <a:chExt cx="9001001" cy="468267"/>
          </a:xfrm>
        </p:grpSpPr>
        <p:sp>
          <p:nvSpPr>
            <p:cNvPr id="3" name="弧形 2"/>
            <p:cNvSpPr/>
            <p:nvPr userDrawn="1"/>
          </p:nvSpPr>
          <p:spPr bwMode="auto">
            <a:xfrm>
              <a:off x="179512" y="2392274"/>
              <a:ext cx="9001001" cy="46066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sp>
          <p:nvSpPr>
            <p:cNvPr id="15" name="矩形 14"/>
            <p:cNvSpPr/>
            <p:nvPr userDrawn="1"/>
          </p:nvSpPr>
          <p:spPr bwMode="auto">
            <a:xfrm>
              <a:off x="313163" y="2384669"/>
              <a:ext cx="4402853" cy="230331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82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</p:grpSp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435" y="6494238"/>
            <a:ext cx="3072341" cy="175123"/>
          </a:xfrm>
          <a:prstGeom prst="rect">
            <a:avLst/>
          </a:prstGeom>
        </p:spPr>
      </p:pic>
      <p:sp>
        <p:nvSpPr>
          <p:cNvPr id="16" name="標題 15"/>
          <p:cNvSpPr>
            <a:spLocks noGrp="1"/>
          </p:cNvSpPr>
          <p:nvPr>
            <p:ph type="title"/>
          </p:nvPr>
        </p:nvSpPr>
        <p:spPr>
          <a:xfrm>
            <a:off x="2351585" y="404664"/>
            <a:ext cx="8499855" cy="1987610"/>
          </a:xfrm>
        </p:spPr>
        <p:txBody>
          <a:bodyPr/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8" name="投影片編號版面配置區 2"/>
          <p:cNvSpPr>
            <a:spLocks noGrp="1"/>
          </p:cNvSpPr>
          <p:nvPr>
            <p:ph type="sldNum" sz="quarter" idx="10"/>
          </p:nvPr>
        </p:nvSpPr>
        <p:spPr>
          <a:xfrm>
            <a:off x="5996383" y="6400800"/>
            <a:ext cx="5764247" cy="34056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0070C0"/>
                </a:solidFill>
              </a:defRPr>
            </a:lvl1pPr>
          </a:lstStyle>
          <a:p>
            <a:pPr algn="r">
              <a:defRPr/>
            </a:pPr>
            <a:fld id="{DBC8A1ED-4F98-4D8C-81F6-271243F7D6B0}" type="slidenum">
              <a:rPr lang="en-US" altLang="zh-TW" smtClean="0"/>
              <a:pPr algn="r">
                <a:defRPr/>
              </a:pPr>
              <a:t>‹#›</a:t>
            </a:fld>
            <a:endParaRPr lang="en-US" altLang="zh-TW"/>
          </a:p>
        </p:txBody>
      </p:sp>
      <p:pic>
        <p:nvPicPr>
          <p:cNvPr id="17" name="圖片 1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26" y="313292"/>
            <a:ext cx="2288045" cy="1716034"/>
          </a:xfrm>
          <a:prstGeom prst="rect">
            <a:avLst/>
          </a:prstGeom>
        </p:spPr>
      </p:pic>
      <p:pic>
        <p:nvPicPr>
          <p:cNvPr id="37" name="內容版面配置區 8">
            <a:extLst>
              <a:ext uri="{FF2B5EF4-FFF2-40B4-BE49-F238E27FC236}">
                <a16:creationId xmlns:a16="http://schemas.microsoft.com/office/drawing/2014/main" id="{2122885E-05D8-75E4-94FE-00CFFD5434A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69" y="3482726"/>
            <a:ext cx="1780748" cy="1780748"/>
          </a:xfrm>
          <a:prstGeom prst="rect">
            <a:avLst/>
          </a:prstGeom>
          <a:ln>
            <a:noFill/>
          </a:ln>
        </p:spPr>
      </p:pic>
      <p:sp>
        <p:nvSpPr>
          <p:cNvPr id="38" name="投影片編號版面配置區 3">
            <a:extLst>
              <a:ext uri="{FF2B5EF4-FFF2-40B4-BE49-F238E27FC236}">
                <a16:creationId xmlns:a16="http://schemas.microsoft.com/office/drawing/2014/main" id="{DF466200-392C-65E3-24F7-5A9C049CE880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0532888" y="6486346"/>
            <a:ext cx="1467768" cy="327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rgbClr val="3297FC"/>
                </a:solidFill>
                <a:latin typeface="Calibri" pitchFamily="34" charset="0"/>
                <a:ea typeface="新細明體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9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39" name="圖片 40">
            <a:extLst>
              <a:ext uri="{FF2B5EF4-FFF2-40B4-BE49-F238E27FC236}">
                <a16:creationId xmlns:a16="http://schemas.microsoft.com/office/drawing/2014/main" id="{0E8E7785-8091-8394-CEAD-5BACCA4D2DB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alphaModFix amt="13000"/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6000"/>
                    </a14:imgEffect>
                    <a14:imgEffect>
                      <a14:brightnessContrast bright="-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7487" y="2612053"/>
            <a:ext cx="3194160" cy="3194160"/>
          </a:xfrm>
          <a:prstGeom prst="rect">
            <a:avLst/>
          </a:prstGeom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DEC9B6E5-2D2D-6568-021C-A72C5D17D5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screen">
            <a:alphaModFix amt="5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1412" y="3895847"/>
            <a:ext cx="1384853" cy="559839"/>
          </a:xfrm>
          <a:prstGeom prst="rect">
            <a:avLst/>
          </a:prstGeom>
        </p:spPr>
      </p:pic>
      <p:pic>
        <p:nvPicPr>
          <p:cNvPr id="41" name="圖片 40">
            <a:extLst>
              <a:ext uri="{FF2B5EF4-FFF2-40B4-BE49-F238E27FC236}">
                <a16:creationId xmlns:a16="http://schemas.microsoft.com/office/drawing/2014/main" id="{49349CCB-701E-8584-B7DF-5BF9423B3D15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963" y="724402"/>
            <a:ext cx="5519186" cy="1790893"/>
          </a:xfrm>
          <a:prstGeom prst="rect">
            <a:avLst/>
          </a:prstGeom>
        </p:spPr>
      </p:pic>
      <p:pic>
        <p:nvPicPr>
          <p:cNvPr id="42" name="圖片 41">
            <a:extLst>
              <a:ext uri="{FF2B5EF4-FFF2-40B4-BE49-F238E27FC236}">
                <a16:creationId xmlns:a16="http://schemas.microsoft.com/office/drawing/2014/main" id="{1F58FCCB-DFF4-14D3-E2B8-71B86B2C50FC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0" y="4513036"/>
            <a:ext cx="5294387" cy="2161036"/>
          </a:xfrm>
          <a:prstGeom prst="rect">
            <a:avLst/>
          </a:prstGeom>
        </p:spPr>
      </p:pic>
      <p:pic>
        <p:nvPicPr>
          <p:cNvPr id="43" name="圖片 42">
            <a:extLst>
              <a:ext uri="{FF2B5EF4-FFF2-40B4-BE49-F238E27FC236}">
                <a16:creationId xmlns:a16="http://schemas.microsoft.com/office/drawing/2014/main" id="{0E45362D-D028-82B2-41FB-F0FBD7F2E64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7018" y="-256740"/>
            <a:ext cx="3267225" cy="2659163"/>
          </a:xfrm>
          <a:prstGeom prst="rect">
            <a:avLst/>
          </a:prstGeom>
        </p:spPr>
      </p:pic>
      <p:pic>
        <p:nvPicPr>
          <p:cNvPr id="44" name="圖片 43">
            <a:extLst>
              <a:ext uri="{FF2B5EF4-FFF2-40B4-BE49-F238E27FC236}">
                <a16:creationId xmlns:a16="http://schemas.microsoft.com/office/drawing/2014/main" id="{ABC47A67-63EF-ECB7-B17A-A6C95977A83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819" y="12732"/>
            <a:ext cx="2857143" cy="1038095"/>
          </a:xfrm>
          <a:prstGeom prst="rect">
            <a:avLst/>
          </a:prstGeom>
        </p:spPr>
      </p:pic>
      <p:pic>
        <p:nvPicPr>
          <p:cNvPr id="45" name="圖片 44">
            <a:extLst>
              <a:ext uri="{FF2B5EF4-FFF2-40B4-BE49-F238E27FC236}">
                <a16:creationId xmlns:a16="http://schemas.microsoft.com/office/drawing/2014/main" id="{841066ED-F7BF-449F-95E7-021F43B813BE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247" y="570852"/>
            <a:ext cx="2857143" cy="1038095"/>
          </a:xfrm>
          <a:prstGeom prst="rect">
            <a:avLst/>
          </a:prstGeom>
        </p:spPr>
      </p:pic>
      <p:pic>
        <p:nvPicPr>
          <p:cNvPr id="46" name="圖片 45">
            <a:extLst>
              <a:ext uri="{FF2B5EF4-FFF2-40B4-BE49-F238E27FC236}">
                <a16:creationId xmlns:a16="http://schemas.microsoft.com/office/drawing/2014/main" id="{5A681821-CA6B-2F1F-4D63-4FE57DDB05FD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358" y="3052990"/>
            <a:ext cx="2857143" cy="1685714"/>
          </a:xfrm>
          <a:prstGeom prst="rect">
            <a:avLst/>
          </a:prstGeom>
        </p:spPr>
      </p:pic>
      <p:pic>
        <p:nvPicPr>
          <p:cNvPr id="47" name="圖片 46">
            <a:extLst>
              <a:ext uri="{FF2B5EF4-FFF2-40B4-BE49-F238E27FC236}">
                <a16:creationId xmlns:a16="http://schemas.microsoft.com/office/drawing/2014/main" id="{3B9C6066-2027-C2C7-15D3-7FC7466C63BC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091" y="2801331"/>
            <a:ext cx="2857143" cy="1676190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E4BD9A39-E09F-E84A-803F-FA6AFCCE300A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321" y="1776109"/>
            <a:ext cx="4548591" cy="773260"/>
          </a:xfrm>
          <a:prstGeom prst="rect">
            <a:avLst/>
          </a:prstGeom>
        </p:spPr>
      </p:pic>
      <p:pic>
        <p:nvPicPr>
          <p:cNvPr id="49" name="圖片 48">
            <a:extLst>
              <a:ext uri="{FF2B5EF4-FFF2-40B4-BE49-F238E27FC236}">
                <a16:creationId xmlns:a16="http://schemas.microsoft.com/office/drawing/2014/main" id="{0D5ADA81-88A9-236E-081E-C9184AD63987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285" y="2811286"/>
            <a:ext cx="2857143" cy="485714"/>
          </a:xfrm>
          <a:prstGeom prst="rect">
            <a:avLst/>
          </a:prstGeom>
        </p:spPr>
      </p:pic>
      <p:pic>
        <p:nvPicPr>
          <p:cNvPr id="50" name="圖片 49">
            <a:extLst>
              <a:ext uri="{FF2B5EF4-FFF2-40B4-BE49-F238E27FC236}">
                <a16:creationId xmlns:a16="http://schemas.microsoft.com/office/drawing/2014/main" id="{A2762F2D-38F4-C712-7396-07F56338F304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34" y="2358950"/>
            <a:ext cx="2857143" cy="485714"/>
          </a:xfrm>
          <a:prstGeom prst="rect">
            <a:avLst/>
          </a:prstGeom>
        </p:spPr>
      </p:pic>
      <p:pic>
        <p:nvPicPr>
          <p:cNvPr id="51" name="圖片 50">
            <a:extLst>
              <a:ext uri="{FF2B5EF4-FFF2-40B4-BE49-F238E27FC236}">
                <a16:creationId xmlns:a16="http://schemas.microsoft.com/office/drawing/2014/main" id="{BE3C119C-8C68-F469-ACAF-F1BF1F15FB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1" cstate="screen">
            <a:alphaModFix amt="5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73492" y="1737008"/>
            <a:ext cx="1384853" cy="559839"/>
          </a:xfrm>
          <a:prstGeom prst="rect">
            <a:avLst/>
          </a:prstGeom>
        </p:spPr>
      </p:pic>
      <p:pic>
        <p:nvPicPr>
          <p:cNvPr id="52" name="圖片 51">
            <a:extLst>
              <a:ext uri="{FF2B5EF4-FFF2-40B4-BE49-F238E27FC236}">
                <a16:creationId xmlns:a16="http://schemas.microsoft.com/office/drawing/2014/main" id="{6EF04522-E896-5DCD-15D0-C8281B1E7C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3346" y="2587377"/>
            <a:ext cx="3581646" cy="857145"/>
          </a:xfrm>
          <a:prstGeom prst="rect">
            <a:avLst/>
          </a:prstGeom>
        </p:spPr>
      </p:pic>
      <p:pic>
        <p:nvPicPr>
          <p:cNvPr id="53" name="Picture 6">
            <a:extLst>
              <a:ext uri="{FF2B5EF4-FFF2-40B4-BE49-F238E27FC236}">
                <a16:creationId xmlns:a16="http://schemas.microsoft.com/office/drawing/2014/main" id="{542166DF-5BBB-EDF8-6282-B67BC1F7780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893" y="28689"/>
            <a:ext cx="2057400" cy="43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內容版面配置區 6">
            <a:extLst>
              <a:ext uri="{FF2B5EF4-FFF2-40B4-BE49-F238E27FC236}">
                <a16:creationId xmlns:a16="http://schemas.microsoft.com/office/drawing/2014/main" id="{40600C12-2EC4-60DB-AA10-2635B9974081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89804" y="3747453"/>
            <a:ext cx="1780748" cy="1449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" name="圖片 54">
            <a:extLst>
              <a:ext uri="{FF2B5EF4-FFF2-40B4-BE49-F238E27FC236}">
                <a16:creationId xmlns:a16="http://schemas.microsoft.com/office/drawing/2014/main" id="{6F1FDCF9-FA52-0752-74AB-1CC7F082BD06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018" y="5555946"/>
            <a:ext cx="4464865" cy="1450162"/>
          </a:xfrm>
          <a:prstGeom prst="rect">
            <a:avLst/>
          </a:prstGeom>
        </p:spPr>
      </p:pic>
      <p:pic>
        <p:nvPicPr>
          <p:cNvPr id="56" name="圖片 55">
            <a:extLst>
              <a:ext uri="{FF2B5EF4-FFF2-40B4-BE49-F238E27FC236}">
                <a16:creationId xmlns:a16="http://schemas.microsoft.com/office/drawing/2014/main" id="{ECD855AD-A188-D336-6117-45E706786A91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962" y="1398469"/>
            <a:ext cx="1655674" cy="1655674"/>
          </a:xfrm>
          <a:prstGeom prst="rect">
            <a:avLst/>
          </a:prstGeom>
        </p:spPr>
      </p:pic>
      <p:pic>
        <p:nvPicPr>
          <p:cNvPr id="57" name="圖片 56">
            <a:extLst>
              <a:ext uri="{FF2B5EF4-FFF2-40B4-BE49-F238E27FC236}">
                <a16:creationId xmlns:a16="http://schemas.microsoft.com/office/drawing/2014/main" id="{D55E4372-823B-EBF1-331A-F77B73AE1184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482" y="4137768"/>
            <a:ext cx="5297435" cy="2164084"/>
          </a:xfrm>
          <a:prstGeom prst="rect">
            <a:avLst/>
          </a:prstGeom>
        </p:spPr>
      </p:pic>
      <p:sp>
        <p:nvSpPr>
          <p:cNvPr id="58" name="投影片編號版面配置區 3">
            <a:extLst>
              <a:ext uri="{FF2B5EF4-FFF2-40B4-BE49-F238E27FC236}">
                <a16:creationId xmlns:a16="http://schemas.microsoft.com/office/drawing/2014/main" id="{4DABA128-E4B3-79A0-7596-D65AAAF9918F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0532888" y="6486346"/>
            <a:ext cx="1467768" cy="327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rgbClr val="3897FC"/>
                </a:solidFill>
                <a:latin typeface="Calibri" pitchFamily="34" charset="0"/>
                <a:ea typeface="新細明體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9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59" name="Picture 2">
            <a:extLst>
              <a:ext uri="{FF2B5EF4-FFF2-40B4-BE49-F238E27FC236}">
                <a16:creationId xmlns:a16="http://schemas.microsoft.com/office/drawing/2014/main" id="{F6A17462-81BA-86AE-5B92-E5910DC516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740" b="20361"/>
          <a:stretch/>
        </p:blipFill>
        <p:spPr bwMode="auto">
          <a:xfrm>
            <a:off x="9574796" y="4458667"/>
            <a:ext cx="878200" cy="1041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文字方塊 59">
            <a:extLst>
              <a:ext uri="{FF2B5EF4-FFF2-40B4-BE49-F238E27FC236}">
                <a16:creationId xmlns:a16="http://schemas.microsoft.com/office/drawing/2014/main" id="{916D6B20-4977-0926-6E3E-29E2B4764824}"/>
              </a:ext>
            </a:extLst>
          </p:cNvPr>
          <p:cNvSpPr txBox="1"/>
          <p:nvPr userDrawn="1"/>
        </p:nvSpPr>
        <p:spPr>
          <a:xfrm>
            <a:off x="10544813" y="5593979"/>
            <a:ext cx="1364567" cy="338554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TW"/>
            </a:defPPr>
            <a:lvl1pPr algn="ctr" defTabSz="298884">
              <a:defRPr sz="16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電子</a:t>
            </a:r>
            <a:r>
              <a:rPr lang="en-US" altLang="zh-TW"/>
              <a:t>/</a:t>
            </a:r>
            <a:r>
              <a:rPr lang="zh-TW" altLang="en-US"/>
              <a:t>資通訊</a:t>
            </a: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0B17B164-B8B9-F99C-0F87-25F3F0E96004}"/>
              </a:ext>
            </a:extLst>
          </p:cNvPr>
          <p:cNvSpPr txBox="1"/>
          <p:nvPr userDrawn="1"/>
        </p:nvSpPr>
        <p:spPr>
          <a:xfrm>
            <a:off x="9306892" y="5593554"/>
            <a:ext cx="1146104" cy="338554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 defTabSz="298096"/>
            <a:r>
              <a:rPr lang="zh-TW" altLang="en-US" sz="16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生物醫學</a:t>
            </a:r>
          </a:p>
        </p:txBody>
      </p:sp>
      <p:pic>
        <p:nvPicPr>
          <p:cNvPr id="62" name="Picture 2">
            <a:extLst>
              <a:ext uri="{FF2B5EF4-FFF2-40B4-BE49-F238E27FC236}">
                <a16:creationId xmlns:a16="http://schemas.microsoft.com/office/drawing/2014/main" id="{6E72A5D3-8471-7E20-42DA-F0011DF0F3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35" b="20361"/>
          <a:stretch/>
        </p:blipFill>
        <p:spPr bwMode="auto">
          <a:xfrm>
            <a:off x="10702093" y="4447943"/>
            <a:ext cx="943786" cy="1041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9003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512271" y="332658"/>
            <a:ext cx="9672295" cy="201622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50" y="692696"/>
            <a:ext cx="2208245" cy="1656184"/>
          </a:xfrm>
          <a:prstGeom prst="rect">
            <a:avLst/>
          </a:prstGeom>
        </p:spPr>
      </p:pic>
      <p:grpSp>
        <p:nvGrpSpPr>
          <p:cNvPr id="5" name="群組 4"/>
          <p:cNvGrpSpPr/>
          <p:nvPr userDrawn="1"/>
        </p:nvGrpSpPr>
        <p:grpSpPr>
          <a:xfrm>
            <a:off x="239350" y="2384670"/>
            <a:ext cx="11823133" cy="468267"/>
            <a:chOff x="179512" y="2384669"/>
            <a:chExt cx="9001001" cy="468267"/>
          </a:xfrm>
        </p:grpSpPr>
        <p:sp>
          <p:nvSpPr>
            <p:cNvPr id="6" name="弧形 5"/>
            <p:cNvSpPr/>
            <p:nvPr userDrawn="1"/>
          </p:nvSpPr>
          <p:spPr bwMode="auto">
            <a:xfrm>
              <a:off x="179512" y="2392274"/>
              <a:ext cx="9001001" cy="46066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313163" y="2384669"/>
              <a:ext cx="4402853" cy="230331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82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347" y="131617"/>
            <a:ext cx="1608332" cy="1206249"/>
          </a:xfrm>
          <a:prstGeom prst="rect">
            <a:avLst/>
          </a:prstGeom>
        </p:spPr>
      </p:pic>
      <p:pic>
        <p:nvPicPr>
          <p:cNvPr id="9" name="Picture 2" descr="https://www.opennetworking.org/wp-content/uploads/2020/01/onos-project-logo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9419" y="1097909"/>
            <a:ext cx="1836205" cy="1200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E9F8CE37-B1E0-4720-88BF-53B472EC481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639558" y="260116"/>
            <a:ext cx="763654" cy="516816"/>
          </a:xfrm>
          <a:prstGeom prst="rect">
            <a:avLst/>
          </a:prstGeom>
        </p:spPr>
      </p:pic>
      <p:pic>
        <p:nvPicPr>
          <p:cNvPr id="13" name="Picture 1">
            <a:extLst>
              <a:ext uri="{FF2B5EF4-FFF2-40B4-BE49-F238E27FC236}">
                <a16:creationId xmlns:a16="http://schemas.microsoft.com/office/drawing/2014/main" id="{81B62479-AFD3-469A-AC36-FA6C40186D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59" t="66596" r="15166" b="12381"/>
          <a:stretch/>
        </p:blipFill>
        <p:spPr>
          <a:xfrm>
            <a:off x="9659898" y="1086876"/>
            <a:ext cx="2357572" cy="502313"/>
          </a:xfrm>
          <a:prstGeom prst="rect">
            <a:avLst/>
          </a:prstGeom>
        </p:spPr>
      </p:pic>
      <p:pic>
        <p:nvPicPr>
          <p:cNvPr id="14" name="Picture 7">
            <a:extLst>
              <a:ext uri="{FF2B5EF4-FFF2-40B4-BE49-F238E27FC236}">
                <a16:creationId xmlns:a16="http://schemas.microsoft.com/office/drawing/2014/main" id="{D7318425-D02C-4E97-8E8F-BFD8B625F6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39" t="12188" r="37496" b="40370"/>
          <a:stretch/>
        </p:blipFill>
        <p:spPr>
          <a:xfrm>
            <a:off x="10954719" y="1776166"/>
            <a:ext cx="1031919" cy="1121649"/>
          </a:xfrm>
          <a:prstGeom prst="rect">
            <a:avLst/>
          </a:prstGeom>
        </p:spPr>
      </p:pic>
      <p:pic>
        <p:nvPicPr>
          <p:cNvPr id="16" name="圖片 15" descr="一張含有 標誌, 象徵物, 圓形, 符號 的圖片&#10;&#10;AI 產生的內容可能不正確。">
            <a:extLst>
              <a:ext uri="{FF2B5EF4-FFF2-40B4-BE49-F238E27FC236}">
                <a16:creationId xmlns:a16="http://schemas.microsoft.com/office/drawing/2014/main" id="{703FB429-C776-F980-7DB1-DB8691AE7597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354" y="2001708"/>
            <a:ext cx="4251969" cy="2161036"/>
          </a:xfrm>
          <a:prstGeom prst="rect">
            <a:avLst/>
          </a:prstGeom>
        </p:spPr>
      </p:pic>
      <p:pic>
        <p:nvPicPr>
          <p:cNvPr id="18" name="圖片 17" descr="一張含有 象徵物, 標誌, 符號, 商標 的圖片&#10;&#10;AI 產生的內容可能不正確。">
            <a:extLst>
              <a:ext uri="{FF2B5EF4-FFF2-40B4-BE49-F238E27FC236}">
                <a16:creationId xmlns:a16="http://schemas.microsoft.com/office/drawing/2014/main" id="{AAC617F7-CF04-885D-A0AB-4591EE3A761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821" y="671165"/>
            <a:ext cx="4251969" cy="2685293"/>
          </a:xfrm>
          <a:prstGeom prst="rect">
            <a:avLst/>
          </a:prstGeom>
        </p:spPr>
      </p:pic>
      <p:pic>
        <p:nvPicPr>
          <p:cNvPr id="20" name="圖片 19" descr="一張含有 標誌, 符號, 象徵物, 圓形 的圖片&#10;&#10;AI 產生的內容可能不正確。">
            <a:extLst>
              <a:ext uri="{FF2B5EF4-FFF2-40B4-BE49-F238E27FC236}">
                <a16:creationId xmlns:a16="http://schemas.microsoft.com/office/drawing/2014/main" id="{92841CED-E8C2-EAB6-4343-1A4183ACFB9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3909" y="4596692"/>
            <a:ext cx="4251969" cy="3206503"/>
          </a:xfrm>
          <a:prstGeom prst="rect">
            <a:avLst/>
          </a:prstGeom>
        </p:spPr>
      </p:pic>
      <p:pic>
        <p:nvPicPr>
          <p:cNvPr id="22" name="圖片 21" descr="一張含有 螢幕擷取畫面, 圓形, 標誌, 圖形 的圖片&#10;&#10;AI 產生的內容可能不正確。">
            <a:extLst>
              <a:ext uri="{FF2B5EF4-FFF2-40B4-BE49-F238E27FC236}">
                <a16:creationId xmlns:a16="http://schemas.microsoft.com/office/drawing/2014/main" id="{F8DD0F30-40FD-C55E-1FB3-2F2DDF89F24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5874" y="2190515"/>
            <a:ext cx="1883668" cy="4264161"/>
          </a:xfrm>
          <a:prstGeom prst="rect">
            <a:avLst/>
          </a:prstGeom>
        </p:spPr>
      </p:pic>
      <p:pic>
        <p:nvPicPr>
          <p:cNvPr id="24" name="圖片 23" descr="一張含有 文字, 螢幕擷取畫面, 名片, 字型 的圖片&#10;&#10;AI 產生的內容可能不正確。">
            <a:extLst>
              <a:ext uri="{FF2B5EF4-FFF2-40B4-BE49-F238E27FC236}">
                <a16:creationId xmlns:a16="http://schemas.microsoft.com/office/drawing/2014/main" id="{965396C6-B51B-DEC8-1DD3-6CB6B0E3BCF1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8638" y="2043643"/>
            <a:ext cx="1883668" cy="4264161"/>
          </a:xfrm>
          <a:prstGeom prst="rect">
            <a:avLst/>
          </a:prstGeom>
        </p:spPr>
      </p:pic>
      <p:pic>
        <p:nvPicPr>
          <p:cNvPr id="26" name="圖片 25" descr="一張含有 符號, 標誌, 圖形 的圖片&#10;&#10;AI 產生的內容可能不正確。">
            <a:extLst>
              <a:ext uri="{FF2B5EF4-FFF2-40B4-BE49-F238E27FC236}">
                <a16:creationId xmlns:a16="http://schemas.microsoft.com/office/drawing/2014/main" id="{91C45B9E-9573-A6DB-CA07-C6274ABCE69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3429000"/>
            <a:ext cx="5654052" cy="1155194"/>
          </a:xfrm>
          <a:prstGeom prst="rect">
            <a:avLst/>
          </a:prstGeom>
        </p:spPr>
      </p:pic>
      <p:pic>
        <p:nvPicPr>
          <p:cNvPr id="28" name="圖片 27" descr="一張含有 標誌, 象徵物, 符號, 圓形 的圖片&#10;&#10;AI 產生的內容可能不正確。">
            <a:extLst>
              <a:ext uri="{FF2B5EF4-FFF2-40B4-BE49-F238E27FC236}">
                <a16:creationId xmlns:a16="http://schemas.microsoft.com/office/drawing/2014/main" id="{B3CEEED4-6D53-621B-3DA8-BBCB49B1B0AB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3722" y="4390871"/>
            <a:ext cx="5294387" cy="2161036"/>
          </a:xfrm>
          <a:prstGeom prst="rect">
            <a:avLst/>
          </a:prstGeom>
        </p:spPr>
      </p:pic>
      <p:pic>
        <p:nvPicPr>
          <p:cNvPr id="30" name="圖片 29" descr="一張含有 圖形, 黑暗, 黑色, 標誌 的圖片&#10;&#10;AI 產生的內容可能不正確。">
            <a:extLst>
              <a:ext uri="{FF2B5EF4-FFF2-40B4-BE49-F238E27FC236}">
                <a16:creationId xmlns:a16="http://schemas.microsoft.com/office/drawing/2014/main" id="{74E53C83-D78A-7034-E5E2-5841F0388764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209" y="3532775"/>
            <a:ext cx="9214123" cy="1767844"/>
          </a:xfrm>
          <a:prstGeom prst="rect">
            <a:avLst/>
          </a:prstGeom>
        </p:spPr>
      </p:pic>
      <p:pic>
        <p:nvPicPr>
          <p:cNvPr id="32" name="圖片 31" descr="一張含有 圖形, 黑色, 黑暗, 標誌 的圖片&#10;&#10;AI 產生的內容可能不正確。">
            <a:extLst>
              <a:ext uri="{FF2B5EF4-FFF2-40B4-BE49-F238E27FC236}">
                <a16:creationId xmlns:a16="http://schemas.microsoft.com/office/drawing/2014/main" id="{E044F936-DF50-6819-B461-8A10350D4FA1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555" y="5783966"/>
            <a:ext cx="9214123" cy="176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092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71464" y="116633"/>
            <a:ext cx="10225136" cy="8640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480376" y="6400800"/>
            <a:ext cx="2187848" cy="340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3297FC"/>
                </a:solidFill>
                <a:ea typeface="新細明體" pitchFamily="18" charset="-120"/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814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rgbClr val="3297FC"/>
          </a:solidFill>
          <a:latin typeface="Calibri" panose="020F0502020204030204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9pPr>
    </p:titleStyle>
    <p:bodyStyle>
      <a:lvl1pPr marL="268288" indent="-268288" algn="l" rtl="0" eaLnBrk="1" fontAlgn="base" hangingPunct="1">
        <a:spcBef>
          <a:spcPct val="20000"/>
        </a:spcBef>
        <a:spcAft>
          <a:spcPct val="0"/>
        </a:spcAft>
        <a:buClr>
          <a:srgbClr val="0070C0"/>
        </a:buClr>
        <a:buSzPct val="80000"/>
        <a:buFont typeface="Wingdings" panose="05000000000000000000" pitchFamily="2" charset="2"/>
        <a:buChar char="m"/>
        <a:defRPr kumimoji="1" sz="2400">
          <a:solidFill>
            <a:srgbClr val="3297FC"/>
          </a:solidFill>
          <a:latin typeface="Calibri" panose="020F0502020204030204" pitchFamily="34" charset="0"/>
          <a:ea typeface="+mn-ea"/>
          <a:cs typeface="+mn-cs"/>
        </a:defRPr>
      </a:lvl1pPr>
      <a:lvl2pPr marL="622300" indent="-285750" algn="l" rtl="0" eaLnBrk="1" fontAlgn="base" hangingPunct="1">
        <a:spcBef>
          <a:spcPct val="20000"/>
        </a:spcBef>
        <a:spcAft>
          <a:spcPct val="0"/>
        </a:spcAft>
        <a:buClr>
          <a:srgbClr val="0088EE"/>
        </a:buClr>
        <a:buSzPct val="80000"/>
        <a:buFont typeface="Wingdings" panose="05000000000000000000" pitchFamily="2" charset="2"/>
        <a:buChar char="l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2pPr>
      <a:lvl3pPr marL="892175" indent="-228600" algn="l" rtl="0" eaLnBrk="1" fontAlgn="base" hangingPunct="1">
        <a:spcBef>
          <a:spcPct val="20000"/>
        </a:spcBef>
        <a:spcAft>
          <a:spcPct val="0"/>
        </a:spcAft>
        <a:buClr>
          <a:srgbClr val="0088EE"/>
        </a:buClr>
        <a:buFont typeface="Calibri" panose="020F0502020204030204" pitchFamily="34" charset="0"/>
        <a:buChar char="–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3pPr>
      <a:lvl4pPr marL="1252538" indent="-228600" algn="l" rtl="0" eaLnBrk="1" fontAlgn="base" hangingPunct="1">
        <a:spcBef>
          <a:spcPct val="20000"/>
        </a:spcBef>
        <a:spcAft>
          <a:spcPct val="0"/>
        </a:spcAft>
        <a:buClr>
          <a:srgbClr val="0070C0"/>
        </a:buClr>
        <a:buSzPct val="80000"/>
        <a:buFont typeface="Wingdings" panose="05000000000000000000" pitchFamily="2" charset="2"/>
        <a:buChar char="§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4pPr>
      <a:lvl5pPr marL="1609725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2_Introduction to XSLT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ntroduction to XSLT">
      <a:majorFont>
        <a:latin typeface="Arial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6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Times New Roman" pitchFamily="18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6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Times New Roman" pitchFamily="18" charset="0"/>
            <a:ea typeface="標楷體" pitchFamily="65" charset="-120"/>
          </a:defRPr>
        </a:defPPr>
      </a:lstStyle>
    </a:lnDef>
    <a:txDef>
      <a:spPr>
        <a:noFill/>
      </a:spPr>
      <a:bodyPr wrap="square" rtlCol="0" anchor="ctr">
        <a:spAutoFit/>
      </a:bodyPr>
      <a:lstStyle>
        <a:defPPr algn="ctr">
          <a:defRPr sz="240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>
    <a:extraClrScheme>
      <a:clrScheme name="Introduction to XSL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duction to XSL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0</Words>
  <Application>Microsoft Office PowerPoint</Application>
  <PresentationFormat>寬螢幕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0</vt:i4>
      </vt:variant>
    </vt:vector>
  </HeadingPairs>
  <TitlesOfParts>
    <vt:vector size="7" baseType="lpstr">
      <vt:lpstr>微軟正黑體</vt:lpstr>
      <vt:lpstr>Arial</vt:lpstr>
      <vt:lpstr>Calibri</vt:lpstr>
      <vt:lpstr>Times New Roman</vt:lpstr>
      <vt:lpstr>Wingdings</vt:lpstr>
      <vt:lpstr>Wingdings 2</vt:lpstr>
      <vt:lpstr>2_Introduction to XSLT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子計畫一 Wi-Fi Mesh網路應用機器學習 之雲地整合架構開發</dc:title>
  <dc:creator>惠品嘉</dc:creator>
  <cp:lastModifiedBy>惠品嘉</cp:lastModifiedBy>
  <cp:revision>11</cp:revision>
  <cp:lastPrinted>2026-05-01T09:28:46Z</cp:lastPrinted>
  <dcterms:created xsi:type="dcterms:W3CDTF">2026-03-15T21:35:41Z</dcterms:created>
  <dcterms:modified xsi:type="dcterms:W3CDTF">2026-07-13T23:01:48Z</dcterms:modified>
</cp:coreProperties>
</file>